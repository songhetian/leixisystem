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98837-BB48-E489-ABF3-75F6F6AAA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94F2ED-272F-CED6-0222-443FBED4F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D01680-282A-69A6-9131-8FBD6DE66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8CBA-015D-47C8-908D-B409F2035A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B85CE7-7201-C0F8-FA79-31D36EF80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83D5FC-C1E3-D5AA-220F-AC65F395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8817A-4900-41AF-B75B-8BF1688AA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072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DA135-8C97-DD26-6B1E-1D02819C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E14D05-3127-0664-A97D-E7AB85E0A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02473B-A2A0-7F88-CA95-C4D23010C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8CBA-015D-47C8-908D-B409F2035A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2A4E06-3531-3A30-0E39-52B1AFC9F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549025-D3A5-30D3-0E55-7529B473B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8817A-4900-41AF-B75B-8BF1688AA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69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965E2-0878-F7F9-6140-F328B3958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EEDA6-0124-E6DD-35EC-5E3E5C5EB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DF3614-8DF0-1152-0B0F-5EC581D6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8CBA-015D-47C8-908D-B409F2035A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93483F-46ED-2DD6-A335-8FE56BB3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10F798-23A4-9958-37A1-F49A571F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8817A-4900-41AF-B75B-8BF1688AA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28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46597-78DF-0D72-F45D-E6400EEA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90AFF7-4F77-985E-9859-517126FB0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A776B3-9308-A9D0-D1D1-F9EB848FD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6CA70A-D8AF-FFC3-06CC-484A7206D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8CBA-015D-47C8-908D-B409F2035A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E58E5A-BB9F-A13D-E478-A48CA8A2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805130-EFDB-17FC-3F50-9744D1D90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8817A-4900-41AF-B75B-8BF1688AA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11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52B35-F595-3DD3-F897-6B928859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A64749-C513-5856-E218-4B766E568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902805-BD75-7A7C-673B-D3AD6CC5C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45F80E-A50D-9EA7-A1CE-95AC440CE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5B58AD-B58E-729A-25C8-8256324E0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B671A6-CD2B-7196-7AB6-0F720D1CD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8CBA-015D-47C8-908D-B409F2035A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068BF4-7DED-7386-4D4D-5D400D8A7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D98194-06E8-AD35-7D05-97FF30542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8817A-4900-41AF-B75B-8BF1688AA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68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CBA19-9788-5B49-BF73-E892E387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5CD753-01A1-BF6F-384B-ED93E7C8A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8CBA-015D-47C8-908D-B409F2035A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C99EAD-29B6-B512-47B8-C08C463CC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D8D66E-3AC3-337E-26DE-F085BDC4A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8817A-4900-41AF-B75B-8BF1688AA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17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45F852-E988-8B36-17C6-DF0A318E3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8CBA-015D-47C8-908D-B409F2035A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2BB38C-6FDA-9EC2-1100-77C244976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112214-B964-EE34-470D-AF37058B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8817A-4900-41AF-B75B-8BF1688AA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989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67B12-5E49-EE03-F7A6-3127C86E5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00432E-F9F1-573F-C84E-F479C1F5D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0F9ED5-BF4B-1185-09D9-CF8341521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925EB7-E29B-6BF4-CCD5-EDF3FE50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8CBA-015D-47C8-908D-B409F2035A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C84158-1913-60DF-6152-817BCC9DB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CD7969-E776-783A-65A5-46BEE7BE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8817A-4900-41AF-B75B-8BF1688AA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35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9E7519-6F16-5ABB-F6F4-5C3DB635F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4AF21B-64CF-F11E-9A3F-74108F040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8808BC-7478-FCCA-5C54-FDFDD472F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96742A-4152-BDD9-8783-F3D4424F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8CBA-015D-47C8-908D-B409F2035A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35F96A-EB84-3864-B0AE-ADF992A00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3FC916-D734-EA06-F8EE-F25CAB5EF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8817A-4900-41AF-B75B-8BF1688AA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51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9A0EA-D622-2CC0-6AC2-40D4C708B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04A671-6E39-F06F-C4F7-FBB278032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BBBF08-F156-20C1-95A2-DCC093AE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8CBA-015D-47C8-908D-B409F2035A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F20B86-3222-1EDE-486B-C30A311BB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F4A693-8E87-0132-F3FC-B906337C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8817A-4900-41AF-B75B-8BF1688AA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08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55062F-BA46-378E-5D6E-CDD8B9E6EC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4E89F8-A4C5-356C-07E8-D54A23565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DAA7C0-B607-EDB0-25B7-F7E3A9CF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8CBA-015D-47C8-908D-B409F2035A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D61FA6-4623-1BDE-B90C-A7EE575A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108CA0-5A00-3E23-6D49-7D64B710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8817A-4900-41AF-B75B-8BF1688AA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853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6D0493-BCE6-2B38-1F00-F3F09BFC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355D18-08F0-7966-7FE9-82A2E5E4B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156CF7-A998-6612-6869-82D3628A5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B8CBA-015D-47C8-908D-B409F2035A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0E377B-B8AE-29E9-69B3-5520649D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B0B905-CFEB-FC43-4AB8-AFD08D4E6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8817A-4900-41AF-B75B-8BF1688AA9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62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B6EBE-FDAA-0172-7E46-E0F57E69A3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dfsafsda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A7E9B1-AAF9-0367-4BE1-EC6C115772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dfsafsda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鹤松 田</dc:creator>
  <cp:lastModifiedBy>鹤松 田</cp:lastModifiedBy>
  <cp:revision>1</cp:revision>
  <dcterms:created xsi:type="dcterms:W3CDTF">2025-11-17T14:22:22Z</dcterms:created>
  <dcterms:modified xsi:type="dcterms:W3CDTF">2025-11-17T14:22:28Z</dcterms:modified>
</cp:coreProperties>
</file>